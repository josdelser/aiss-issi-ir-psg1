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72" r:id="rId10"/>
    <p:sldId id="274" r:id="rId11"/>
    <p:sldId id="275" r:id="rId12"/>
    <p:sldId id="276" r:id="rId13"/>
    <p:sldId id="27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103" autoAdjust="0"/>
  </p:normalViewPr>
  <p:slideViewPr>
    <p:cSldViewPr snapToGrid="0">
      <p:cViewPr>
        <p:scale>
          <a:sx n="66" d="100"/>
          <a:sy n="66" d="100"/>
        </p:scale>
        <p:origin x="8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4EA89-311E-40BE-950E-54A1D1610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A02440-DBB6-4DBB-88BC-09A4C1255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832E8C-FC61-459D-B7E8-0731FEF3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6F4892-9C5E-4727-BCDD-059762E4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6AEA28-34A5-4E88-888B-684B9E99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325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D7CBB-8E11-4A3B-AB1F-1B0FF89C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E3FB83-30ED-4130-9199-46F72CEBB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550062-D856-4280-9817-CC40C327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BAC1BA-0C8E-4593-B258-2AD1220B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6E1501-0D9C-4F3D-9D96-A21944F4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383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AF8D-BE5B-4658-A74C-364230A6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56001C-9896-41EE-AA5E-2BF73CA7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45388F-2515-485C-A05F-A2AD0593A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17564B-56F5-4F4D-BDE8-425CDC04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B97481-72E3-483D-A918-69466C5E9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042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12EAD-2B44-4138-AF28-F72CB419B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B3A5FD-9925-4395-B3D8-9583AF471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E2C943-5F16-4C65-9E91-5381016C8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5A5B0A-A613-4841-A768-ECEC70DE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46C3E1-00D9-41F8-94FD-51C871F1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9A6251-31FD-4372-A07E-558D8AEE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987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4E6C0-34CA-4F2D-8A32-E669F0D4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1447BC-15BD-4EBD-8708-D056C7B6B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ABD7B7-433A-44B6-8A3A-1CABA26B9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56BC38A-4218-4559-98AB-A3F705A01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4259A15-9FC1-4132-9B28-F460AF747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A35484-1CDB-4DD8-899B-02F1C3EF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E1CF29-FCCD-40E0-93A0-DDF8ABC9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6A864C8-26A4-4BD8-B6E8-A60FB8B3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640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5037E-2C27-4081-AD1E-10B8F3E9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188089-3744-4520-B9AF-BA65A630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B4C0BF-F4FF-478E-AA34-F60C0D67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F5EF2A-C611-4571-9ED9-5608D185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1493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B4DBFB5-20AF-4D28-8F75-3848D853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FEE709-54D8-417C-9618-353EF27C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9992E7-A3AB-4CB7-8650-2F73700C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8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800C7-C004-438E-A05E-334DAC1C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223513-086C-421B-94F3-9F5BC0050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734A07C-A9B0-49C2-AFE1-1A2CF0BF1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59D15C-9E5B-4058-A130-A6A96C38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854C29-532A-483A-8FC7-B7AEE03B6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DFFFC7-CF9C-4892-AE24-5C211C4F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9695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EA8D8-5915-469C-9062-E828BD37F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81B940-84AB-4607-B323-6E6E223F4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0E19D1-519D-4A87-A77F-37894AD5D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D24D9E-E9B0-4E7F-B299-6E49A250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C5613C-D53E-4944-A1E3-39FF79F0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FEA879-A908-41B9-9084-A173C649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752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946C3-8A4E-4C0D-8745-C3BE1658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D7AFDE-723E-42A8-889A-328B1A6A8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BC5953-DAF2-4241-B56D-8A31203E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CF2B63-A8B9-46B6-BF8F-3E05D17D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37E942-58E2-477A-A50B-D0F89C6C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505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23BE9E-F78E-4D6F-B884-AC26AB348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CC9E43-E4A7-477F-A592-CD8A751A7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666CEC-D495-4205-ACE1-50F7D6566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2FA08-22DF-4635-9F8E-211AEDF9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E39E2B-13F1-4435-9EB0-BADD7D2A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352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BDEAA5-5DD5-469C-9209-042E3C517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52BEED-4C04-4D64-9B7F-E90834322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3D7B61-7D49-410D-BDB0-972C124AE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3003C-B6B6-4A93-B529-0FD929D5E142}" type="datetimeFigureOut">
              <a:rPr lang="es-ES" smtClean="0"/>
              <a:t>21/11/2019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9124C6-604C-4A8F-87DC-FC17FA17C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E72D9A-2B4F-420B-B3FF-BE4E2F597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9177C-7AF7-4FF5-88E5-3C745AB336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79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B35BAB7-4474-4A72-A0B9-F42A337C8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1385337"/>
          </a:xfrm>
        </p:spPr>
        <p:txBody>
          <a:bodyPr>
            <a:normAutofit/>
          </a:bodyPr>
          <a:lstStyle/>
          <a:p>
            <a:r>
              <a:rPr kumimoji="1" lang="es-ES" altLang="ja-JP" sz="4000" dirty="0">
                <a:solidFill>
                  <a:schemeClr val="accent4"/>
                </a:solidFill>
                <a:latin typeface="Route 159 Bold" pitchFamily="50" charset="0"/>
              </a:rPr>
              <a:t>Proyecto de Ingeniería de Requisitos</a:t>
            </a:r>
            <a:endParaRPr lang="es-ES" sz="4000" dirty="0">
              <a:solidFill>
                <a:schemeClr val="accent4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AF2150-0C1B-4972-8469-903EE060B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3403" y="3855563"/>
            <a:ext cx="6105194" cy="2215299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chemeClr val="accent4"/>
                </a:solidFill>
              </a:rPr>
              <a:t>AUTOESCUELA LA RASA</a:t>
            </a:r>
          </a:p>
        </p:txBody>
      </p:sp>
    </p:spTree>
    <p:extLst>
      <p:ext uri="{BB962C8B-B14F-4D97-AF65-F5344CB8AC3E}">
        <p14:creationId xmlns:p14="http://schemas.microsoft.com/office/powerpoint/2010/main" val="1988642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5FDF625-4741-472B-B96A-C334D577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accent4"/>
                </a:solidFill>
              </a:rPr>
              <a:t>Modelo Conceptual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B5862-294F-4B5E-80A0-1C38D23E5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1169581"/>
            <a:ext cx="5306084" cy="4862919"/>
          </a:xfrm>
        </p:spPr>
        <p:txBody>
          <a:bodyPr anchor="ctr">
            <a:normAutofit/>
          </a:bodyPr>
          <a:lstStyle/>
          <a:p>
            <a:r>
              <a:rPr lang="es-ES" sz="2400" dirty="0">
                <a:solidFill>
                  <a:srgbClr val="000000"/>
                </a:solidFill>
              </a:rPr>
              <a:t>Diagrama de clases</a:t>
            </a:r>
          </a:p>
          <a:p>
            <a:pPr marL="457200" lvl="1" indent="0">
              <a:buNone/>
            </a:pPr>
            <a:r>
              <a:rPr lang="es-ES" dirty="0">
                <a:solidFill>
                  <a:srgbClr val="000000"/>
                </a:solidFill>
              </a:rPr>
              <a:t>-Financiera</a:t>
            </a:r>
          </a:p>
          <a:p>
            <a:pPr marL="457200" lvl="1" indent="0">
              <a:buNone/>
            </a:pPr>
            <a:r>
              <a:rPr lang="es-ES" dirty="0">
                <a:solidFill>
                  <a:srgbClr val="000000"/>
                </a:solidFill>
              </a:rPr>
              <a:t>-Personal</a:t>
            </a:r>
          </a:p>
          <a:p>
            <a:pPr marL="457200" lvl="1" indent="0">
              <a:buNone/>
            </a:pPr>
            <a:r>
              <a:rPr lang="es-ES" dirty="0">
                <a:solidFill>
                  <a:srgbClr val="000000"/>
                </a:solidFill>
              </a:rPr>
              <a:t>-Utilidades</a:t>
            </a:r>
          </a:p>
          <a:p>
            <a:pPr marL="457200" lvl="1" indent="0">
              <a:buNone/>
            </a:pPr>
            <a:r>
              <a:rPr lang="es-ES" dirty="0">
                <a:solidFill>
                  <a:srgbClr val="000000"/>
                </a:solidFill>
              </a:rPr>
              <a:t>-Restricciones</a:t>
            </a:r>
          </a:p>
          <a:p>
            <a:pPr marL="457200" lvl="1" indent="0">
              <a:buNone/>
            </a:pPr>
            <a:endParaRPr lang="es-ES" dirty="0">
              <a:solidFill>
                <a:srgbClr val="000000"/>
              </a:solidFill>
            </a:endParaRPr>
          </a:p>
          <a:p>
            <a:r>
              <a:rPr lang="es-ES" sz="2400" dirty="0">
                <a:solidFill>
                  <a:srgbClr val="000000"/>
                </a:solidFill>
              </a:rPr>
              <a:t>Diagrama de objetos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</a:rPr>
              <a:t>        -Parte 1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</a:rPr>
              <a:t>        -Parte 2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</a:rPr>
              <a:t>        -Parte 3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</a:rPr>
              <a:t>        </a:t>
            </a:r>
          </a:p>
          <a:p>
            <a:pPr marL="457200" lvl="1" indent="0">
              <a:buNone/>
            </a:pPr>
            <a:endParaRPr lang="es-ES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s-ES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38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168E7B-6D42-4B3A-B7A1-17D4C49EC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A030C2-9F23-4593-9F99-7B73C232A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E72ACDC-052D-4B37-826D-65B0F4CA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6432" y="2235041"/>
            <a:ext cx="6739136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ES" sz="6600" dirty="0">
                <a:solidFill>
                  <a:schemeClr val="accent4"/>
                </a:solidFill>
              </a:rPr>
              <a:t>Diagrama de clases</a:t>
            </a:r>
            <a:br>
              <a:rPr lang="es-ES" sz="6600" dirty="0">
                <a:solidFill>
                  <a:srgbClr val="000000"/>
                </a:solidFill>
              </a:rPr>
            </a:br>
            <a:endParaRPr lang="en-US" sz="6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4025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4867EAF-AE1D-4322-9DE8-383AE3F7B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-4691"/>
            <a:ext cx="5446920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676238-7F95-4EEB-836A-7D2392787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7BD106C-D875-4195-A4A2-4EFCF1820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57" y="3121701"/>
            <a:ext cx="3658053" cy="1786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 err="1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Financiera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24B1A0E-D831-4327-BD11-97B53571B3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252" y="838986"/>
            <a:ext cx="5907651" cy="4647413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27068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4867EAF-AE1D-4322-9DE8-383AE3F7B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-4691"/>
            <a:ext cx="5446920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676238-7F95-4EEB-836A-7D2392787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1D7ED0E-372F-4CD7-BF57-2DFC1CE6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57" y="3121701"/>
            <a:ext cx="3658053" cy="1786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Personal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E70711-DE1D-4526-97F2-5C084DCE1F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855" y="663998"/>
            <a:ext cx="6061088" cy="5145236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27258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4867EAF-AE1D-4322-9DE8-383AE3F7B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-4691"/>
            <a:ext cx="5446920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0676238-7F95-4EEB-836A-7D2392787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1D7ED0E-372F-4CD7-BF57-2DFC1CE6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57" y="3121701"/>
            <a:ext cx="3658053" cy="1786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kern="1200" dirty="0" err="1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Utilidades</a:t>
            </a:r>
            <a:br>
              <a:rPr lang="en-US" sz="4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F32E284C-00C7-4890-9E8C-8AC956FFF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027" y="690664"/>
            <a:ext cx="6760724" cy="5865778"/>
          </a:xfrm>
        </p:spPr>
      </p:pic>
    </p:spTree>
    <p:extLst>
      <p:ext uri="{BB962C8B-B14F-4D97-AF65-F5344CB8AC3E}">
        <p14:creationId xmlns:p14="http://schemas.microsoft.com/office/powerpoint/2010/main" val="796190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4867EAF-AE1D-4322-9DE8-383AE3F7B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-4691"/>
            <a:ext cx="5446920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0676238-7F95-4EEB-836A-7D2392787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1D7ED0E-372F-4CD7-BF57-2DFC1CE6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57" y="3121701"/>
            <a:ext cx="3658053" cy="178651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s-ES" sz="4000" dirty="0">
                <a:solidFill>
                  <a:schemeClr val="accent4"/>
                </a:solidFill>
              </a:rPr>
              <a:t>Restricciones</a:t>
            </a:r>
            <a:br>
              <a:rPr lang="es-ES" sz="4000" dirty="0">
                <a:solidFill>
                  <a:srgbClr val="000000"/>
                </a:solidFill>
              </a:rPr>
            </a:br>
            <a:br>
              <a:rPr lang="en-US" sz="4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6534E4EA-CEB5-4121-B8EC-61B7B1C92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301" y="546754"/>
            <a:ext cx="6260424" cy="5618375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84731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867EAF-AE1D-4322-9DE8-383AE3F7B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-4691"/>
            <a:ext cx="5446920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676238-7F95-4EEB-836A-7D2392787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D0E11BE-9D48-4EA2-A6FA-464F62C2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16" y="2531051"/>
            <a:ext cx="3658053" cy="178651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s-ES" dirty="0">
                <a:solidFill>
                  <a:schemeClr val="accent4"/>
                </a:solidFill>
              </a:rPr>
              <a:t>Diagrama de clases</a:t>
            </a:r>
            <a:br>
              <a:rPr lang="es-ES" dirty="0">
                <a:solidFill>
                  <a:srgbClr val="000000"/>
                </a:solidFill>
              </a:rPr>
            </a:b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A16619A-5D75-4DF4-8646-19D4CDCDF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016" y="292231"/>
            <a:ext cx="6528451" cy="6438507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66647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E72ACDC-052D-4B37-826D-65B0F4CA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kern="1200" dirty="0" err="1">
                <a:latin typeface="+mj-lt"/>
                <a:ea typeface="+mj-ea"/>
                <a:cs typeface="+mj-cs"/>
              </a:rPr>
              <a:t>Diagramas</a:t>
            </a:r>
            <a:r>
              <a:rPr lang="en-US" sz="5100" kern="1200" dirty="0">
                <a:latin typeface="+mj-lt"/>
                <a:ea typeface="+mj-ea"/>
                <a:cs typeface="+mj-cs"/>
              </a:rPr>
              <a:t> de </a:t>
            </a:r>
            <a:r>
              <a:rPr lang="en-US" sz="5100" kern="1200" dirty="0" err="1">
                <a:latin typeface="+mj-lt"/>
                <a:ea typeface="+mj-ea"/>
                <a:cs typeface="+mj-cs"/>
              </a:rPr>
              <a:t>objetos</a:t>
            </a:r>
            <a:br>
              <a:rPr lang="en-US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5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72648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4867EAF-AE1D-4322-9DE8-383AE3F7B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-4691"/>
            <a:ext cx="544692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676238-7F95-4EEB-836A-7D2392787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D0E11BE-9D48-4EA2-A6FA-464F62C2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09" y="2531051"/>
            <a:ext cx="3658053" cy="17865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000" dirty="0"/>
              <a:t>El profesor pP1 tiene asignado un vehículo </a:t>
            </a:r>
            <a:r>
              <a:rPr lang="es-ES" sz="2000" dirty="0" err="1"/>
              <a:t>Vehículo</a:t>
            </a:r>
            <a:r>
              <a:rPr lang="es-ES" sz="2000" dirty="0"/>
              <a:t> y recibe tres bonos Bono1, Bono2, Bono3 del mismo alumno para dar 3 prácticas ese día</a:t>
            </a:r>
            <a:endParaRPr lang="en-US" sz="2000" kern="1200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8F2B99D-4646-4911-8421-E0FB18A749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229" y="194553"/>
            <a:ext cx="6754441" cy="6658756"/>
          </a:xfrm>
        </p:spPr>
      </p:pic>
    </p:spTree>
    <p:extLst>
      <p:ext uri="{BB962C8B-B14F-4D97-AF65-F5344CB8AC3E}">
        <p14:creationId xmlns:p14="http://schemas.microsoft.com/office/powerpoint/2010/main" val="1452131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4867EAF-AE1D-4322-9DE8-383AE3F7B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-4691"/>
            <a:ext cx="544692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676238-7F95-4EEB-836A-7D2392787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D0E11BE-9D48-4EA2-A6FA-464F62C2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09" y="2531051"/>
            <a:ext cx="3658053" cy="17865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000" dirty="0"/>
              <a:t>El cliente cL1 paga una factura f1 por dar clases ese día</a:t>
            </a:r>
            <a:endParaRPr lang="en-US" sz="2000" kern="12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95BBA6D-BB1C-43D7-826F-451C25F816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245" y="540774"/>
            <a:ext cx="6807660" cy="5447071"/>
          </a:xfrm>
        </p:spPr>
      </p:pic>
    </p:spTree>
    <p:extLst>
      <p:ext uri="{BB962C8B-B14F-4D97-AF65-F5344CB8AC3E}">
        <p14:creationId xmlns:p14="http://schemas.microsoft.com/office/powerpoint/2010/main" val="3528718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4867EAF-AE1D-4322-9DE8-383AE3F7B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-4691"/>
            <a:ext cx="544692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676238-7F95-4EEB-836A-7D2392787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D0E11BE-9D48-4EA2-A6FA-464F62C2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09" y="2531051"/>
            <a:ext cx="3658053" cy="17865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000" dirty="0"/>
              <a:t>El alumno aL1 elige un contrato c1. Realizará un examen </a:t>
            </a:r>
            <a:r>
              <a:rPr lang="es-ES" sz="2000" dirty="0" err="1"/>
              <a:t>Examen</a:t>
            </a:r>
            <a:r>
              <a:rPr lang="es-ES" sz="2000" dirty="0"/>
              <a:t>, que estará supervisado por el examinador </a:t>
            </a:r>
            <a:r>
              <a:rPr lang="es-ES" sz="2000" dirty="0" err="1"/>
              <a:t>Examinador</a:t>
            </a:r>
            <a:endParaRPr lang="en-US" sz="2000" kern="12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AEC092C7-C6D1-4590-B75B-BAB2F8217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016" y="145914"/>
            <a:ext cx="5013946" cy="6147881"/>
          </a:xfrm>
        </p:spPr>
      </p:pic>
    </p:spTree>
    <p:extLst>
      <p:ext uri="{BB962C8B-B14F-4D97-AF65-F5344CB8AC3E}">
        <p14:creationId xmlns:p14="http://schemas.microsoft.com/office/powerpoint/2010/main" val="3123655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4867EAF-AE1D-4322-9DE8-383AE3F7B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-4691"/>
            <a:ext cx="544692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0676238-7F95-4EEB-836A-7D2392787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D0E11BE-9D48-4EA2-A6FA-464F62C2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09" y="2531051"/>
            <a:ext cx="3658053" cy="17865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kern="1200" dirty="0" err="1"/>
              <a:t>Diagrama</a:t>
            </a:r>
            <a:r>
              <a:rPr lang="en-US" sz="4000" kern="1200" dirty="0"/>
              <a:t> de </a:t>
            </a:r>
            <a:r>
              <a:rPr lang="en-US" sz="4000" kern="1200" dirty="0" err="1"/>
              <a:t>objetos</a:t>
            </a:r>
            <a:endParaRPr lang="en-US" sz="4000" kern="1200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D6549F1-C98D-4FB1-93D0-48E4A63EE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426" y="276074"/>
            <a:ext cx="6731945" cy="5969082"/>
          </a:xfrm>
        </p:spPr>
      </p:pic>
    </p:spTree>
    <p:extLst>
      <p:ext uri="{BB962C8B-B14F-4D97-AF65-F5344CB8AC3E}">
        <p14:creationId xmlns:p14="http://schemas.microsoft.com/office/powerpoint/2010/main" val="559255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111</Words>
  <Application>Microsoft Office PowerPoint</Application>
  <PresentationFormat>Panorámica</PresentationFormat>
  <Paragraphs>26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Route 159 Bold</vt:lpstr>
      <vt:lpstr>Arial</vt:lpstr>
      <vt:lpstr>Calibri</vt:lpstr>
      <vt:lpstr>Calibri Light</vt:lpstr>
      <vt:lpstr>Tema de Office</vt:lpstr>
      <vt:lpstr>Proyecto de Ingeniería de Requisitos</vt:lpstr>
      <vt:lpstr>Modelo Conceptual</vt:lpstr>
      <vt:lpstr>Diagrama de clases </vt:lpstr>
      <vt:lpstr>Financiera </vt:lpstr>
      <vt:lpstr>Personal </vt:lpstr>
      <vt:lpstr>Utilidades  </vt:lpstr>
      <vt:lpstr>Restricciones   </vt:lpstr>
      <vt:lpstr>Diagrama de clases </vt:lpstr>
      <vt:lpstr>Diagramas de objetos </vt:lpstr>
      <vt:lpstr>El profesor pP1 tiene asignado un vehículo Vehículo y recibe tres bonos Bono1, Bono2, Bono3 del mismo alumno para dar 3 prácticas ese día</vt:lpstr>
      <vt:lpstr>El cliente cL1 paga una factura f1 por dar clases ese día</vt:lpstr>
      <vt:lpstr>El alumno aL1 elige un contrato c1. Realizará un examen Examen, que estará supervisado por el examinador Examinador</vt:lpstr>
      <vt:lpstr>Diagrama de objetos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de Ingeniería de Requisitos</dc:title>
  <dc:creator>Antonio Fernández</dc:creator>
  <cp:lastModifiedBy>chao hu</cp:lastModifiedBy>
  <cp:revision>7</cp:revision>
  <dcterms:created xsi:type="dcterms:W3CDTF">2019-11-21T10:24:46Z</dcterms:created>
  <dcterms:modified xsi:type="dcterms:W3CDTF">2019-11-21T19:41:47Z</dcterms:modified>
</cp:coreProperties>
</file>